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693400" cy="15138400"/>
  <p:notesSz cx="15138400" cy="10693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301" y="-33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4019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3908" cy="19202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28600"/>
            <a:ext cx="84079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3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MANAGEMENT AND ANALYTICS PORTAL</a:t>
            </a:r>
            <a:endParaRPr lang="en-US" sz="3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6  |  Section: 3 | Members: Hema Sri - 2520030159, P. </a:t>
            </a:r>
            <a:r>
              <a:rPr lang="en-US" sz="1350" dirty="0" err="1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Havishaa</a:t>
            </a: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Reddy – 2520030371, K. Bhargavi - 2520030074</a:t>
            </a:r>
            <a:endParaRPr lang="en-US" sz="3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and Distributed Backend Development (25CS1302E)  |  KLH Bachupally Campus, CSE  |  PBL 2026-27</a:t>
            </a:r>
            <a:endParaRPr lang="en-US" sz="335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4844034" cy="1645920"/>
          </a:xfrm>
          <a:prstGeom prst="roundRect">
            <a:avLst>
              <a:gd name="adj" fmla="val 4167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560320"/>
            <a:ext cx="45697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Tx/>
              <a:buChar char="•"/>
            </a:pPr>
            <a:r>
              <a:rPr lang="en-US" sz="1600" dirty="0"/>
              <a:t>The portal streamlines events with QR check‑ins, notifications, and analytics for organizers and participants.</a:t>
            </a:r>
          </a:p>
          <a:p>
            <a:pPr marL="342900" indent="-342900">
              <a:spcAft>
                <a:spcPts val="400"/>
              </a:spcAft>
              <a:buSzPct val="100000"/>
              <a:buFontTx/>
              <a:buChar char="•"/>
            </a:pPr>
            <a:r>
              <a:rPr lang="en-GB" sz="1600" dirty="0"/>
              <a:t>Outcome: Efficient, smarter event management.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389763" y="388620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FCE7F3"/>
          </a:solidFill>
          <a:ln w="9525">
            <a:solidFill>
              <a:srgbClr val="BE185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388620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73329" y="4183380"/>
            <a:ext cx="4868037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600" dirty="0"/>
              <a:t>Existing event systems fail to provide transparency, smooth end‑to‑end management.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1: </a:t>
            </a:r>
            <a:r>
              <a:rPr lang="en-GB" sz="1600" dirty="0"/>
              <a:t>Simplify Event Management.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2: Improve Transparency.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3: </a:t>
            </a:r>
            <a:r>
              <a:rPr lang="en-GB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GB" sz="1600" dirty="0"/>
              <a:t>mooth coordination.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</a:t>
            </a:r>
            <a:r>
              <a:rPr lang="en-US" sz="1600" dirty="0"/>
              <a:t>Organizers, staff, and attendees with modules for registration, check‑in, notifications, audit logs.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365760" y="6309360"/>
            <a:ext cx="4844034" cy="3017520"/>
          </a:xfrm>
          <a:prstGeom prst="roundRect">
            <a:avLst>
              <a:gd name="adj" fmla="val 2273"/>
            </a:avLst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640080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vs Proposed System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143554"/>
              </p:ext>
            </p:extLst>
          </p:nvPr>
        </p:nvGraphicFramePr>
        <p:xfrm>
          <a:off x="502920" y="6766560"/>
          <a:ext cx="4617720" cy="2331720"/>
        </p:xfrm>
        <a:graphic>
          <a:graphicData uri="http://schemas.openxmlformats.org/drawingml/2006/table">
            <a:tbl>
              <a:tblPr/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0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System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System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sz="1400" dirty="0"/>
                        <a:t>Registration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sz="1400" dirty="0"/>
                        <a:t>Basic Forms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sz="1400" dirty="0"/>
                        <a:t>Smart Check‑in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sz="1400" dirty="0"/>
                        <a:t>Communication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sz="1400" dirty="0"/>
                        <a:t>Email Updates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sz="1400" dirty="0"/>
                        <a:t>Live Notifications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sz="1400" dirty="0"/>
                        <a:t>Analytics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sz="1400" dirty="0"/>
                        <a:t>Limited Reports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sz="1400" dirty="0"/>
                        <a:t>Advanced Insights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sz="1400" dirty="0"/>
                        <a:t>Access Control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sz="1400" dirty="0"/>
                        <a:t>Generic Roles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sz="1400" dirty="0"/>
                        <a:t>Role‑Based Security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sz="1400" dirty="0"/>
                        <a:t>Transparency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sz="1400" dirty="0"/>
                        <a:t>Low Visibility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sz="1400" dirty="0"/>
                        <a:t>Full Audit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365760" y="9464040"/>
            <a:ext cx="4844034" cy="2971800"/>
          </a:xfrm>
          <a:prstGeom prst="roundRect">
            <a:avLst>
              <a:gd name="adj" fmla="val 2308"/>
            </a:avLst>
          </a:prstGeom>
          <a:solidFill>
            <a:srgbClr val="DCFCE7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95554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9921240"/>
            <a:ext cx="456971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Technical: </a:t>
            </a:r>
            <a:r>
              <a:rPr lang="en-US" sz="1600" dirty="0"/>
              <a:t>Uses React, Node.js, MySQL, and Chart.js.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Economic: </a:t>
            </a:r>
            <a:r>
              <a:rPr lang="en-US" sz="1600" dirty="0"/>
              <a:t>Built on an open‑source stack with free‑tier hosting, keeping costs minimal.</a:t>
            </a:r>
            <a:endParaRPr lang="en-US" sz="155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Operational: </a:t>
            </a:r>
            <a:r>
              <a:rPr lang="en-US" sz="1600" dirty="0"/>
              <a:t>Simple interface ensures user acceptance, easy maintenance, and smooth operation.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Schedule: </a:t>
            </a:r>
            <a:r>
              <a:rPr lang="en-US" sz="1600" dirty="0"/>
              <a:t>Designed to be completed within the semester timeline.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5484114" y="210312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E0F2FE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621274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621274" y="2560320"/>
            <a:ext cx="456971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Front-End: HTML-CSS-JS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Back-End: </a:t>
            </a:r>
            <a:r>
              <a:rPr lang="en-GB" sz="1600" dirty="0"/>
              <a:t>Node.js</a:t>
            </a: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REST APIs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</a:t>
            </a:r>
            <a:r>
              <a:rPr lang="en-GB" sz="1600" dirty="0"/>
              <a:t>MySQL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r>
              <a:rPr lang="en-GB" sz="1600" dirty="0"/>
              <a:t>Git &amp; GitHub for version control, Postman for API testing, VS Code for development, Draw.io for diagrams.</a:t>
            </a:r>
            <a:endParaRPr lang="en-US" sz="1550" dirty="0"/>
          </a:p>
        </p:txBody>
      </p:sp>
      <p:sp>
        <p:nvSpPr>
          <p:cNvPr id="21" name="Shape 18"/>
          <p:cNvSpPr/>
          <p:nvPr/>
        </p:nvSpPr>
        <p:spPr>
          <a:xfrm>
            <a:off x="5484114" y="4526280"/>
            <a:ext cx="4844034" cy="2743200"/>
          </a:xfrm>
          <a:prstGeom prst="roundRect">
            <a:avLst>
              <a:gd name="adj" fmla="val 2500"/>
            </a:avLst>
          </a:prstGeom>
          <a:solidFill>
            <a:srgbClr val="EDE9FE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621274" y="461772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5484114" y="7406640"/>
            <a:ext cx="4844034" cy="2514600"/>
          </a:xfrm>
          <a:prstGeom prst="roundRect">
            <a:avLst>
              <a:gd name="adj" fmla="val 2727"/>
            </a:avLst>
          </a:prstGeom>
          <a:solidFill>
            <a:srgbClr val="FFEDD5"/>
          </a:solidFill>
          <a:ln w="9525">
            <a:solidFill>
              <a:srgbClr val="C2410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621274" y="74980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&amp; Database Design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5484114" y="10058400"/>
            <a:ext cx="4844034" cy="2377440"/>
          </a:xfrm>
          <a:prstGeom prst="roundRect">
            <a:avLst>
              <a:gd name="adj" fmla="val 2885"/>
            </a:avLst>
          </a:prstGeom>
          <a:solidFill>
            <a:srgbClr val="CCFBF1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621274" y="101498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Screenshots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365760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EE2E2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02920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Testing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502920" y="13030200"/>
            <a:ext cx="31379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/>
              <a:t>System ensures transparency, accountability, analytics, notifications, secure access.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GB" sz="1600" dirty="0"/>
              <a:t>CRUD operations successful.</a:t>
            </a:r>
            <a:endParaRPr lang="en-US" sz="1550" dirty="0"/>
          </a:p>
        </p:txBody>
      </p:sp>
      <p:sp>
        <p:nvSpPr>
          <p:cNvPr id="38" name="Shape 35"/>
          <p:cNvSpPr/>
          <p:nvPr/>
        </p:nvSpPr>
        <p:spPr>
          <a:xfrm>
            <a:off x="3777996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ECFCCB"/>
          </a:solidFill>
          <a:ln w="9525">
            <a:solidFill>
              <a:srgbClr val="4D7C0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915156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D7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3777996" y="13030200"/>
            <a:ext cx="31379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/>
              <a:t>Achieved transparency, and analytics in event management.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/>
              <a:t>Met objectives by reducing manual effort.</a:t>
            </a:r>
            <a:endParaRPr lang="en-US" sz="1550" dirty="0"/>
          </a:p>
        </p:txBody>
      </p:sp>
      <p:sp>
        <p:nvSpPr>
          <p:cNvPr id="41" name="Shape 38"/>
          <p:cNvSpPr/>
          <p:nvPr/>
        </p:nvSpPr>
        <p:spPr>
          <a:xfrm>
            <a:off x="7190232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AE8FF"/>
          </a:solidFill>
          <a:ln w="9525">
            <a:solidFill>
              <a:srgbClr val="A21CA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327392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21C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7326884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GB" sz="1600" dirty="0"/>
              <a:t>AI recommendations for smarter event planning.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/>
              <a:t>Mobile app integration for on‑the‑go management.</a:t>
            </a:r>
            <a:endParaRPr lang="en-US" sz="1550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C7DDAED3-1915-4918-8119-00AD30192A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94" y="345410"/>
            <a:ext cx="1782453" cy="990988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CA9BF622-9912-4136-BB2A-E4362B2EDC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1172" y="10817715"/>
            <a:ext cx="2220214" cy="1194048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9FCF7655-056A-40A8-948F-E3D4A3C33F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5996" y="10817715"/>
            <a:ext cx="2640575" cy="1194048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7126C2E2-F4EC-47FB-9F14-227F4C03B6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1054" y="4937759"/>
            <a:ext cx="4147186" cy="2264069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05929423-964B-46AE-9CBC-C250E6A4FC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9566" y="7947776"/>
            <a:ext cx="3352860" cy="18384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353</Words>
  <Application>Microsoft Office PowerPoint</Application>
  <PresentationFormat>Custom</PresentationFormat>
  <Paragraphs>54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MADHU</cp:lastModifiedBy>
  <cp:revision>6</cp:revision>
  <dcterms:created xsi:type="dcterms:W3CDTF">2026-09-28T08:11:17Z</dcterms:created>
  <dcterms:modified xsi:type="dcterms:W3CDTF">2026-10-01T13:42:23Z</dcterms:modified>
</cp:coreProperties>
</file>